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K_SWARMS</a:t>
            </a:r>
          </a:p>
          <a:p>
            <a:r>
              <a:t>Tier: TIER_4_INFERENCE_AGENTS</a:t>
            </a:r>
          </a:p>
          <a:p>
            <a:r>
              <a:t>Identity: Upstream kyegomez/swarms @ 5185db33949e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kyegomez/swarms |</a:t>
            </a:r>
          </a:p>
          <a:p>
            <a:r>
              <a:t>| Commit | 5185db33949e17ffe3dbcf80f129b1866834ab92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55.26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K_SWARMS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